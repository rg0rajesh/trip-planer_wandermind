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B1718-F770-1243-9114-F758F4CC9FA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8A504-7831-9242-A615-D4BC571A0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8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5029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WanderMind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54480" y="1508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Planning Application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Course Project  •  2024–25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73552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Rajesh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3273552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Ashish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AP23110010051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3273552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Jesweer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AP23110010054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31536" y="3273552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Phanindra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AP23110010079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59168" y="3273552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Manikanta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AP23110010081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9202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WanderMind?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365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WanderMind is a full-stack, AI-powered travel planning web application that helps users plan personalized trips using local Large Language Models (LLMs) — with zero cloud AI costs.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56432" y="170078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664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(Ollama)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170078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664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(Firecrawl)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56432" y="2706624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6700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Design Pattern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51460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270662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6700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Backend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56432" y="3712464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6758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AI-Powered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5204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91072" y="371246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6758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AI Costs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powering WanderMind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5361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53619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205740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web framework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HTTP routes &amp; APIs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53619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 LLM)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205740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models locally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3.2, Qwen2.5, Mistral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536192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153619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205740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service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WikiVoyage, Numbeo, WikiTravel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327355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27355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Pattern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79476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for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memory &amp; undo support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6432" y="3273552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327355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HTML/CSS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56432" y="379476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 engine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frontend 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651760" cy="155448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327355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273552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379476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persistence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memory_store.json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92024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950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Jinja2 Templates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planner.html  chat.html  research.html  +5 more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719072"/>
            <a:ext cx="27432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82296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19202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9568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Routes &amp; API Endpoints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/api/plan   /api/chat   /api/research   /api/compare   /api/budget   /api/packing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724912"/>
            <a:ext cx="2743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19202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9626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OllamaService + FirecrawlService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337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 JSON Parsing   Web Scraping   Model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730752"/>
            <a:ext cx="2743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82296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19202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319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9684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Pattern — memento.py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4343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  TravelMemento   MemoryCaretaker   memory_store.json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AI-Powered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calls the local LLM with engineered prompts and returns structured JSON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38988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3898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 Generator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9568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itinerary with budget breakdown, food guide &amp; safety tips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82696" y="12618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13898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41064" y="13898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Research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19568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destination profile: climate, experiences, cost tiers, etiquette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2618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138988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39712" y="13898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19568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travel Q&amp;A with persistent chat history via Memento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0906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" y="321868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Comparator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37856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two destinations with recommendation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82696" y="30906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9856" y="32186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41064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9856" y="37856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budget allocation across accommodation, food, transport, activities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3090672"/>
            <a:ext cx="2697480" cy="160020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18504" y="32186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9712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 Generator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18504" y="378561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packing list by season, activities and travel style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Design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actual user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57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name, budget, interests,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home city, trips, chat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9626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TravelMemento snapshots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state from snapshots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6517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14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12984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TravelMemento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state snapshot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157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deepcopy() for isolation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state + timestamp + label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9626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serialize to / from JSON dict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exposes internal state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914400"/>
            <a:ext cx="26517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914400"/>
            <a:ext cx="2651760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914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Caretaker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12984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MemoryCaretaker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history of 50 snapshots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2157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checkpoint() on every change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undo() restores previous snapshot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29626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data to JSON file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via get_memory()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2560320"/>
            <a:ext cx="201168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2560320"/>
            <a:ext cx="201168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Service — The AI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interactions run locally — no OpenAI API, no cloud cost, full privacy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97680" cy="804672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4416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_check_connection()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910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/api/tags on localhost:11434 to verify Ollama is running and the required model is downloaded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297680" cy="804672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286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_chat(messages)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328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/api/chat with model, messages array, temperature=0.7 and num_predict=8192 tokens max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4297680" cy="804672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2278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145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_call_json()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74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markdown fences with regex, finds {…} JSON block, parses and returns dict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14216"/>
            <a:ext cx="4297680" cy="804672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416966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0873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165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has a System prompt (persona + format rules) and a User prompt (context + schema)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384048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ollama_service.py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_call_json(self, system, user):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7967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msgs = [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020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{"role":"system",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2448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system},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468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{"role":"user",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6929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user}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916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1409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= self._chat(msgs)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64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strip markdown fences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5890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= re.sub(r"```.*","",raw)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find first JSON block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40370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 = re.search(r"{.*}",raw)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json.loads(m.group(0))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+ RAG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1325880" cy="1325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28986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Interests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73352" y="1627632"/>
            <a:ext cx="4114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005840"/>
            <a:ext cx="1325880" cy="1325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005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28986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WikiTravel, Numbeo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0712" y="1627632"/>
            <a:ext cx="4114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005840"/>
            <a:ext cx="1325880" cy="1325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005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0752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30752" y="28986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cleanup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limit trim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48072" y="1627632"/>
            <a:ext cx="4114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9552" y="1005840"/>
            <a:ext cx="1325880" cy="1325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005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8112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8112" y="28986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5432" y="1627632"/>
            <a:ext cx="4114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96912" y="1005840"/>
            <a:ext cx="1325880" cy="1325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1005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05472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05472" y="289864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6210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9502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LLM's training data has a knowledge cutoff. Firecrawl fetches LIVE data from travel sites, so users get current prices, tips and seasonal info — not outdated AI knowledge.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354787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83280" y="36210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9502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FIRECRAWL_API_KEY is not set or the library is missing, the app still runs. Ollama uses its own knowledge. The UI shows a 'fallback' status badge.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54787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36210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39502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markdown is cleaned with regex: removes [[wiki links]], {{templates}}, collapses blank lines. Content is truncated at 1500-4000 chars before being sent to the LLM.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"Generate Travel Plan" request from browser to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25296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25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48132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POSTs JSON to /api/plan with origin, destination, budget, duration, interests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1810512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validates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10312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required fields present. Returns 400 error if missing. Calls @_ollama_required decorator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2432304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478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scrapes web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724912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WikiVoyage, WikiTravel, Numbeo for live destination data. Returns merged markdown blob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3054096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099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context fetched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346704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MemoryCaretaker.context_summary() returns user's stored budget, interests, travel style, past trips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3675888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3721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generates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3968496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system prompt + web data + memory + trip details. Returns structured JSON itinerary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4297680"/>
            <a:ext cx="7772400" cy="548640"/>
          </a:xfrm>
          <a:prstGeom prst="rect">
            <a:avLst/>
          </a:prstGeom>
          <a:solidFill>
            <a:srgbClr val="13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updated &amp; plan returned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5568" y="459028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saved to Memento. Profile checkpointed. JSON plan returned to browser for rendering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184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6 features uses a carefully crafted system + user prompt pair. The system prompt enforces JSON-only output. The user prompt injects: live web data, memory context, trip details, and an exact JSON schema. Regex post-processing handles LLMs that add markdown fences.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14300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1490472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184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_ollama_required decorator returns HTTP 503 if Ollama is offline — the app never crashes. Firecrawl has a fallback mode for missing API keys. All API routes are wrapped in try/except, returning JSON error messages.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016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OllamaService, FirecrawlService and MemoryCaretaker are all singletons — created once at startup and shared across all requests. get_memory() uses a module-level _caretaker variable with lazy initialization.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154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3108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Pattern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502152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63016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_ollama_required is a decorator factory using functools.wraps — it wraps any API route function to add an availability check without modifying the route functions themselves. A clean example of the Decorator pattern.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783080"/>
          </a:xfrm>
          <a:prstGeom prst="rect">
            <a:avLst/>
          </a:prstGeom>
          <a:solidFill>
            <a:srgbClr val="1322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124712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 Generator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618488"/>
            <a:ext cx="371246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37360"/>
            <a:ext cx="3712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 N-day itinerary with morning/afternoon/evening activities, daily budget in INR, accommodation suggestions, food guide, and safety tips — all as structured JSON rendered into beautiful cards.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1783080"/>
          </a:xfrm>
          <a:prstGeom prst="rect">
            <a:avLst/>
          </a:prstGeom>
          <a:solidFill>
            <a:srgbClr val="1322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5192" y="11247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097280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65192" y="1618488"/>
            <a:ext cx="3712464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737360"/>
            <a:ext cx="3712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12-message rolling context via Memento. Personalized with user's home city, travel style and past trips. WanderMind persona responds with focused 2-4 paragraph answers.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1783080"/>
          </a:xfrm>
          <a:prstGeom prst="rect">
            <a:avLst/>
          </a:prstGeom>
          <a:solidFill>
            <a:srgbClr val="13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090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3584448"/>
            <a:ext cx="371246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03320"/>
            <a:ext cx="3712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total budget into categories (accommodation, food, transport, activities) with percentages summing to 100%, plus money-saving tips, free activities, and value-for-money scores (1-10).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206240" cy="1783080"/>
          </a:xfrm>
          <a:prstGeom prst="rect">
            <a:avLst/>
          </a:prstGeom>
          <a:solidFill>
            <a:srgbClr val="1322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3090672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063240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Comparator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65192" y="3584448"/>
            <a:ext cx="3712464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03320"/>
            <a:ext cx="3712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two destinations with pros/cons, estimated costs, ideal traveller profile, vibe description and a comparison table — culminating in an AI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228600"/>
            <a:ext cx="1371600" cy="1371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WanderMind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07792"/>
            <a:ext cx="7315200" cy="1920240"/>
          </a:xfrm>
          <a:prstGeom prst="rect">
            <a:avLst/>
          </a:prstGeom>
          <a:solidFill>
            <a:srgbClr val="13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0906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999232"/>
            <a:ext cx="6583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Memento Design Pattern for persistent, undo-able user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4564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3364992"/>
            <a:ext cx="6583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RAG: Firecrawl web scraping + local LLM (Ollama)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822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730752"/>
            <a:ext cx="6583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6 distinct AI features with structured prompt engineering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1879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4096512"/>
            <a:ext cx="6583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zero cloud AI cost using local LLMs via Ollama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5537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4462272"/>
            <a:ext cx="6583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graceful fallback, singleton &amp; decorator patterns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Rajesh  •  M Ashish  •  K Jesweer  •  B Phanindra  •  M Manikanta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WanderMind - AI Travel Planner</dc:title>
  <dc:subject>PptxGenJS Presentation</dc:subject>
  <dc:creator>G Rajesh, M Ashish, K Jesweer, B Phanindra, M Manikanta</dc:creator>
  <cp:lastModifiedBy>ASHISH MUPPALLA</cp:lastModifiedBy>
  <cp:revision>2</cp:revision>
  <dcterms:created xsi:type="dcterms:W3CDTF">2026-05-01T03:34:11Z</dcterms:created>
  <dcterms:modified xsi:type="dcterms:W3CDTF">2026-05-01T03:39:02Z</dcterms:modified>
</cp:coreProperties>
</file>